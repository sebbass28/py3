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DentaLinkLab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Proyecto DAW | Juan Sebastian Agudelo Castrillon | IES El Grao |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Problema detectado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Comunicacion clinica-laboratorio fragmentada en canales no estructurados</a:t>
            </a:r>
          </a:p>
          <a:p>
            <a:pPr/>
            <a:r>
              <a:rPr sz="1800">
                <a:latin typeface="Calibri"/>
              </a:rPr>
              <a:t>Baja trazabilidad del pedido y de las decisiones tecnicas</a:t>
            </a:r>
          </a:p>
          <a:p>
            <a:pPr/>
            <a:r>
              <a:rPr sz="1800">
                <a:latin typeface="Calibri"/>
              </a:rPr>
              <a:t>Dificultad para seguimiento de estados, tiempos y responsabilidades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Centralizar el flujo completo entre clinica y laboratorio</a:t>
            </a:r>
          </a:p>
          <a:p>
            <a:pPr/>
            <a:r>
              <a:rPr sz="1800">
                <a:latin typeface="Calibri"/>
              </a:rPr>
              <a:t>Aportar trazabilidad, control operativo y mejor experiencia de usuario</a:t>
            </a:r>
          </a:p>
          <a:p>
            <a:pPr/>
            <a:r>
              <a:rPr sz="1800">
                <a:latin typeface="Calibri"/>
              </a:rPr>
              <a:t>Construir una base escalable y desplegable en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Alcance del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Auth JWT + roles (clinica/lab)</a:t>
            </a:r>
          </a:p>
          <a:p>
            <a:pPr/>
            <a:r>
              <a:rPr sz="1800">
                <a:latin typeface="Calibri"/>
              </a:rPr>
              <a:t>Pacientes, pedidos, eventos y notificaciones</a:t>
            </a:r>
          </a:p>
          <a:p>
            <a:pPr/>
            <a:r>
              <a:rPr sz="1800">
                <a:latin typeface="Calibri"/>
              </a:rPr>
              <a:t>Chat por pedido y conversacion conjunta</a:t>
            </a:r>
          </a:p>
          <a:p>
            <a:pPr/>
            <a:r>
              <a:rPr sz="1800">
                <a:latin typeface="Calibri"/>
              </a:rPr>
              <a:t>Finder publico de clinicas, metricas y export CSV</a:t>
            </a:r>
          </a:p>
          <a:p>
            <a:pPr/>
            <a:r>
              <a:rPr sz="1800">
                <a:latin typeface="Calibri"/>
              </a:rPr>
              <a:t>Despliegue en AWS con Coolify y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Arquitectura del sistema</a:t>
            </a:r>
          </a:p>
        </p:txBody>
      </p:sp>
      <p:pic>
        <p:nvPicPr>
          <p:cNvPr id="3" name="Picture 2" descr="img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75232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- Frontend React desacoplado del backend</a:t>
            </a:r>
          </a:p>
          <a:p>
            <a:pPr/>
            <a:r>
              <a:rPr sz="1800">
                <a:latin typeface="Calibri"/>
              </a:rPr>
              <a:t>- API en Django REST con autenticacion JWT</a:t>
            </a:r>
          </a:p>
          <a:p>
            <a:pPr/>
            <a:r>
              <a:rPr sz="1800">
                <a:latin typeface="Calibri"/>
              </a:rPr>
              <a:t>- Persistencia en base de datos relacional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Modelo de datos (ERD)</a:t>
            </a:r>
          </a:p>
        </p:txBody>
      </p:sp>
      <p:pic>
        <p:nvPicPr>
          <p:cNvPr id="3" name="Picture 2" descr="img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- Pedido como entidad central de negocio</a:t>
            </a:r>
          </a:p>
          <a:p>
            <a:pPr/>
            <a:r>
              <a:rPr sz="1800">
                <a:latin typeface="Calibri"/>
              </a:rPr>
              <a:t>- Relacion con usuario, paciente, producto y factura</a:t>
            </a:r>
          </a:p>
          <a:p>
            <a:pPr/>
            <a:r>
              <a:rPr sz="1800">
                <a:latin typeface="Calibri"/>
              </a:rPr>
              <a:t>- Base para trazabilidad y evolucion futura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Flujo de trabajo CAD/CAM</a:t>
            </a:r>
          </a:p>
        </p:txBody>
      </p:sp>
      <p:pic>
        <p:nvPicPr>
          <p:cNvPr id="3" name="Picture 2" descr="img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- Subida de escaneado y datos del caso</a:t>
            </a:r>
          </a:p>
          <a:p>
            <a:pPr/>
            <a:r>
              <a:rPr sz="1800">
                <a:latin typeface="Calibri"/>
              </a:rPr>
              <a:t>- Diseno, validacion, produccion y envio</a:t>
            </a:r>
          </a:p>
          <a:p>
            <a:pPr/>
            <a:r>
              <a:rPr sz="1800">
                <a:latin typeface="Calibri"/>
              </a:rPr>
              <a:t>- Trazabilidad de estado y comunicacion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Stack tecnologico</a:t>
            </a:r>
          </a:p>
        </p:txBody>
      </p:sp>
      <p:pic>
        <p:nvPicPr>
          <p:cNvPr id="3" name="Picture 2" descr="img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- Backend: Python + Django</a:t>
            </a:r>
          </a:p>
          <a:p>
            <a:pPr/>
            <a:r>
              <a:rPr sz="1800">
                <a:latin typeface="Calibri"/>
              </a:rPr>
              <a:t>- Frontend: React + Tailwind + Three.js</a:t>
            </a:r>
          </a:p>
          <a:p>
            <a:pPr/>
            <a:r>
              <a:rPr sz="1800">
                <a:latin typeface="Calibri"/>
              </a:rPr>
              <a:t>- Infraestructura: Docker + AWS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CI/CD y despliegue</a:t>
            </a:r>
          </a:p>
        </p:txBody>
      </p:sp>
      <p:pic>
        <p:nvPicPr>
          <p:cNvPr id="3" name="Picture 2" descr="img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3152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1887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latin typeface="Calibri"/>
              </a:rPr>
              <a:t>- GitHub como fuente de versionado</a:t>
            </a:r>
          </a:p>
          <a:p>
            <a:pPr/>
            <a:r>
              <a:rPr sz="1800">
                <a:latin typeface="Calibri"/>
              </a:rPr>
              <a:t>- Coolify automatiza build, deploy y actualizacion</a:t>
            </a:r>
          </a:p>
          <a:p>
            <a:pPr/>
            <a:r>
              <a:rPr sz="1800">
                <a:latin typeface="Calibri"/>
              </a:rPr>
              <a:t>- Produccion en instancia 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Funcionalidades clave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Dashboard por rol con filtros y acciones</a:t>
            </a:r>
          </a:p>
          <a:p>
            <a:pPr/>
            <a:r>
              <a:rPr sz="1800">
                <a:latin typeface="Calibri"/>
              </a:rPr>
              <a:t>Chat con adjuntos y mejoras UX</a:t>
            </a:r>
          </a:p>
          <a:p>
            <a:pPr/>
            <a:r>
              <a:rPr sz="1800">
                <a:latin typeface="Calibri"/>
              </a:rPr>
              <a:t>Pacientes: alta, edicion, pedidos y anonimizado</a:t>
            </a:r>
          </a:p>
          <a:p>
            <a:pPr/>
            <a:r>
              <a:rPr sz="1800">
                <a:latin typeface="Calibri"/>
              </a:rPr>
              <a:t>Integraciones MVP con API key y logs</a:t>
            </a:r>
          </a:p>
          <a:p>
            <a:pPr/>
            <a:r>
              <a:rPr sz="1800">
                <a:latin typeface="Calibri"/>
              </a:rPr>
              <a:t>Recuperacion de contraseña funcional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Demo en vivo (guion 6-8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1) Login por rol y acceso a dashboard</a:t>
            </a:r>
          </a:p>
          <a:p>
            <a:pPr/>
            <a:r>
              <a:rPr sz="1800">
                <a:latin typeface="Calibri"/>
              </a:rPr>
              <a:t>2) Clinica: revision/creacion de pedido</a:t>
            </a:r>
          </a:p>
          <a:p>
            <a:pPr/>
            <a:r>
              <a:rPr sz="1800">
                <a:latin typeface="Calibri"/>
              </a:rPr>
              <a:t>3) Chat por pedido + adjunto de imagen</a:t>
            </a:r>
          </a:p>
          <a:p>
            <a:pPr/>
            <a:r>
              <a:rPr sz="1800">
                <a:latin typeface="Calibri"/>
              </a:rPr>
              <a:t>4) Modo conversacion clinica-laboratorio</a:t>
            </a:r>
          </a:p>
          <a:p>
            <a:pPr/>
            <a:r>
              <a:rPr sz="1800">
                <a:latin typeface="Calibri"/>
              </a:rPr>
              <a:t>5) Laboratorio: cola/kanban de produccion</a:t>
            </a:r>
          </a:p>
          <a:p>
            <a:pPr/>
            <a:r>
              <a:rPr sz="1800">
                <a:latin typeface="Calibri"/>
              </a:rPr>
              <a:t>6) Pacientes: ficha, edicion y anonimizado</a:t>
            </a:r>
          </a:p>
          <a:p>
            <a:pPr/>
            <a:r>
              <a:rPr sz="1800">
                <a:latin typeface="Calibri"/>
              </a:rPr>
              <a:t>7) Finder publico: filtros + comparacion</a:t>
            </a:r>
          </a:p>
          <a:p>
            <a:pPr/>
            <a:r>
              <a:rPr sz="1800">
                <a:latin typeface="Calibri"/>
              </a:rPr>
              <a:t>8) Recuperacion de contraseña funcional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Resultados obtenidos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Mejora de trazabilidad y visibilidad operativa</a:t>
            </a:r>
          </a:p>
          <a:p>
            <a:pPr/>
            <a:r>
              <a:rPr sz="1800">
                <a:latin typeface="Calibri"/>
              </a:rPr>
              <a:t>Centralizacion de informacion del caso</a:t>
            </a:r>
          </a:p>
          <a:p>
            <a:pPr/>
            <a:r>
              <a:rPr sz="1800">
                <a:latin typeface="Calibri"/>
              </a:rPr>
              <a:t>Despliegue real y flujo Scrum demostrado en GitHub</a:t>
            </a:r>
          </a:p>
          <a:p>
            <a:pPr/>
            <a:r>
              <a:rPr sz="1800">
                <a:latin typeface="Calibri"/>
              </a:rPr>
              <a:t>Base lista para evolucion a producto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Limitaciones actuales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Pagos no activados en produccion</a:t>
            </a:r>
          </a:p>
          <a:p>
            <a:pPr/>
            <a:r>
              <a:rPr sz="1800">
                <a:latin typeface="Calibri"/>
              </a:rPr>
              <a:t>Notificaciones en polling (sin websocket realtime)</a:t>
            </a:r>
          </a:p>
          <a:p>
            <a:pPr/>
            <a:r>
              <a:rPr sz="1800">
                <a:latin typeface="Calibri"/>
              </a:rPr>
              <a:t>Cobertura E2E ampliable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Lineas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Integrar Stripe (sandbox -&gt; produccion)</a:t>
            </a:r>
          </a:p>
          <a:p>
            <a:pPr/>
            <a:r>
              <a:rPr sz="1800">
                <a:latin typeface="Calibri"/>
              </a:rPr>
              <a:t>Migrar notificaciones/chat a tiempo real</a:t>
            </a:r>
          </a:p>
          <a:p>
            <a:pPr/>
            <a:r>
              <a:rPr sz="1800">
                <a:latin typeface="Calibri"/>
              </a:rPr>
              <a:t>Ampliar analitica y observabilidad</a:t>
            </a:r>
          </a:p>
          <a:p>
            <a:pPr/>
            <a:r>
              <a:rPr sz="1800">
                <a:latin typeface="Calibri"/>
              </a:rPr>
              <a:t>Mejorar testing automatizado end-to-end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latin typeface="Calibri"/>
              </a:rPr>
              <a:t>DentaLinkLab cumple los objetivos tecnicos y funcionales del modulo</a:t>
            </a:r>
          </a:p>
          <a:p>
            <a:pPr/>
            <a:r>
              <a:rPr sz="1800">
                <a:latin typeface="Calibri"/>
              </a:rPr>
              <a:t>Proyecto desplegado, demostrable y con continuidad real</a:t>
            </a:r>
          </a:p>
          <a:p>
            <a:pPr/>
            <a:r>
              <a:rPr sz="1800">
                <a:latin typeface="Calibri"/>
              </a:rPr>
              <a:t>Gracias. Turno de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